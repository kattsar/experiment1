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D51F472-9F1C-9DB5-4E28-173E07E99C41}" name="Katerina Tsaroucha" initials="ΚT" userId="Katerina Tsarouch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2AB1"/>
    <a:srgbClr val="2802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2387" autoAdjust="0"/>
  </p:normalViewPr>
  <p:slideViewPr>
    <p:cSldViewPr snapToGrid="0">
      <p:cViewPr varScale="1">
        <p:scale>
          <a:sx n="74" d="100"/>
          <a:sy n="74" d="100"/>
        </p:scale>
        <p:origin x="14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46E27-58F1-4366-B54A-87682915784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89E93-5369-47B5-886D-42AB5367E2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7258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8B1B-7584-38B6-6D47-59CF76260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8B599-6FD5-0B36-BE71-542FA412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D7A27-05A1-5817-8371-3933FD69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34CCC-495B-0611-3607-6752678C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DBE-FCAB-83F9-3087-D645CB90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622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FB0-C80D-284F-7665-353F7C00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18D7-787E-1F05-8EF1-007D7DAD0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39942-DB24-FE46-D464-CD57E1B5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285C2-2C68-FDD4-7178-9E280536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789E5-0FAF-6523-3D4A-398575BB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999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E359-FDBD-9B97-60B6-A4CCA49E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7F9D-CCD7-3AFD-CD6C-E607DAB71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160F9-FA3E-F28B-A5E4-84F0ED5F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4CB9B-B054-C2DE-73C9-2F9F4A9C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094E-FD31-2D3C-36F7-26134697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0760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D9BE-50DD-49AE-B342-A3D11DF0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9FCAF-5B46-A687-B049-1A085B813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3C907-F238-46F4-E563-E84756471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B1698-92B7-775D-9843-FDE726FA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6A988-3175-9D7F-405B-B6C22B91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6D98C-F1D4-424D-71AF-B56CDA6B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8484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993C-4B66-E35A-CD29-9FC522B3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5D47D-BCA9-59C2-F479-D1703B6EF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96427-DCE7-091C-B652-257429A49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B4EE-49FC-5BB4-1461-B838E0820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EE5CC-E8F2-2490-DF9D-9FA9D05D3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7CBD8-18A3-4494-A1B8-B4A8230E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C6CC6-11D4-38D7-58D6-1C85BC67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7F4D9-4D23-775C-6636-009F9295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171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B547-7C08-91EE-950B-B8763B9C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9B039-65F0-17B1-D410-8D53E534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9FD1F-6A24-9C25-F166-72E93B7D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3E276-EA9F-9DCD-AF7B-BFF902F1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7437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596D9-221A-500C-A931-9CD8DCBD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C793CE-457F-A86E-35AB-A14181A8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89015-904B-A02D-216B-26BDB7CD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1147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E90A-719D-7DB6-4522-AFE9A6368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B24A-C656-726D-F585-CD5598912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32203-E1E0-FA38-7C13-CBEEDD634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274A9-F32C-03AA-D38C-8FBA8B95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02493-33AB-43A5-4F5A-1BCC841E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927C4-4942-4663-8D96-44B60928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7730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6135-6F8E-C0E1-9179-ECC961C7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FD4BC-1869-630C-5C83-1E03D1DDF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0F130-BFC1-DA76-CD23-92BFD4E13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623F0-65B0-95C5-5F90-51E06D11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0601A-EC02-DAC2-7F72-7549D84B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B262A-E910-1B58-3B23-AD9CE413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1203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B8EB-E100-FF5D-0786-75DCD5C5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CF57A-3475-C4EC-A143-393D8CFF0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27B00-5AEE-4497-D0FA-488DD289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249E3-60E3-D1A8-E039-A0F9436D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15D77-6D2E-85D7-318E-849C2663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3487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50B50-37AB-FB21-5004-D445911B9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D08EA-9516-5543-E712-A17BA34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0170B-BB16-78D0-9243-768E8100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03E49-076A-0E30-4194-30C3BCA2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23B68-ACCA-F800-88FF-00880235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5682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D3276-5356-D24B-4F50-CC6BB642B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ABE93-BCDE-C377-1103-D9628FC71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EA75C-045E-1014-17D5-37449FA20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BEA75-1934-439D-A2BF-E83CDE9EE27E}" type="datetimeFigureOut">
              <a:rPr lang="el-GR" smtClean="0"/>
              <a:t>19/04/2023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048B6-5B11-40F6-36DC-8FE0ACB16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CB90E-DC3B-5E11-057B-2C44C3E71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37C4B-1379-4283-B79B-A21D07189B2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285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A6FE839A-72CA-5468-1497-C264D2622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583276"/>
            <a:ext cx="1257300" cy="123697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89AEE57-058A-9C2A-47DA-9ECE3A862806}"/>
              </a:ext>
            </a:extLst>
          </p:cNvPr>
          <p:cNvSpPr/>
          <p:nvPr/>
        </p:nvSpPr>
        <p:spPr>
          <a:xfrm rot="7548208">
            <a:off x="2342973" y="4237190"/>
            <a:ext cx="1076137" cy="530741"/>
          </a:xfrm>
          <a:custGeom>
            <a:avLst/>
            <a:gdLst>
              <a:gd name="connsiteX0" fmla="*/ 0 w 1076137"/>
              <a:gd name="connsiteY0" fmla="*/ 132685 h 530741"/>
              <a:gd name="connsiteX1" fmla="*/ 389168 w 1076137"/>
              <a:gd name="connsiteY1" fmla="*/ 132685 h 530741"/>
              <a:gd name="connsiteX2" fmla="*/ 810767 w 1076137"/>
              <a:gd name="connsiteY2" fmla="*/ 132685 h 530741"/>
              <a:gd name="connsiteX3" fmla="*/ 810767 w 1076137"/>
              <a:gd name="connsiteY3" fmla="*/ 0 h 530741"/>
              <a:gd name="connsiteX4" fmla="*/ 1076137 w 1076137"/>
              <a:gd name="connsiteY4" fmla="*/ 265371 h 530741"/>
              <a:gd name="connsiteX5" fmla="*/ 810767 w 1076137"/>
              <a:gd name="connsiteY5" fmla="*/ 530741 h 530741"/>
              <a:gd name="connsiteX6" fmla="*/ 810767 w 1076137"/>
              <a:gd name="connsiteY6" fmla="*/ 398056 h 530741"/>
              <a:gd name="connsiteX7" fmla="*/ 429707 w 1076137"/>
              <a:gd name="connsiteY7" fmla="*/ 398056 h 530741"/>
              <a:gd name="connsiteX8" fmla="*/ 0 w 1076137"/>
              <a:gd name="connsiteY8" fmla="*/ 398056 h 530741"/>
              <a:gd name="connsiteX9" fmla="*/ 0 w 1076137"/>
              <a:gd name="connsiteY9" fmla="*/ 132685 h 53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6137" h="530741" fill="none" extrusionOk="0">
                <a:moveTo>
                  <a:pt x="0" y="132685"/>
                </a:moveTo>
                <a:cubicBezTo>
                  <a:pt x="171829" y="109524"/>
                  <a:pt x="281997" y="169034"/>
                  <a:pt x="389168" y="132685"/>
                </a:cubicBezTo>
                <a:cubicBezTo>
                  <a:pt x="496339" y="96336"/>
                  <a:pt x="634174" y="171216"/>
                  <a:pt x="810767" y="132685"/>
                </a:cubicBezTo>
                <a:cubicBezTo>
                  <a:pt x="806052" y="66602"/>
                  <a:pt x="822228" y="26993"/>
                  <a:pt x="810767" y="0"/>
                </a:cubicBezTo>
                <a:cubicBezTo>
                  <a:pt x="936036" y="71081"/>
                  <a:pt x="935222" y="171802"/>
                  <a:pt x="1076137" y="265371"/>
                </a:cubicBezTo>
                <a:cubicBezTo>
                  <a:pt x="1002215" y="382906"/>
                  <a:pt x="866329" y="439610"/>
                  <a:pt x="810767" y="530741"/>
                </a:cubicBezTo>
                <a:cubicBezTo>
                  <a:pt x="803573" y="494904"/>
                  <a:pt x="821234" y="462248"/>
                  <a:pt x="810767" y="398056"/>
                </a:cubicBezTo>
                <a:cubicBezTo>
                  <a:pt x="661171" y="431975"/>
                  <a:pt x="540972" y="376062"/>
                  <a:pt x="429707" y="398056"/>
                </a:cubicBezTo>
                <a:cubicBezTo>
                  <a:pt x="318442" y="420050"/>
                  <a:pt x="148027" y="378453"/>
                  <a:pt x="0" y="398056"/>
                </a:cubicBezTo>
                <a:cubicBezTo>
                  <a:pt x="-27277" y="271513"/>
                  <a:pt x="22596" y="256905"/>
                  <a:pt x="0" y="132685"/>
                </a:cubicBezTo>
                <a:close/>
              </a:path>
              <a:path w="1076137" h="530741" stroke="0" extrusionOk="0">
                <a:moveTo>
                  <a:pt x="0" y="132685"/>
                </a:moveTo>
                <a:cubicBezTo>
                  <a:pt x="184275" y="118206"/>
                  <a:pt x="246058" y="150958"/>
                  <a:pt x="413491" y="132685"/>
                </a:cubicBezTo>
                <a:cubicBezTo>
                  <a:pt x="580924" y="114412"/>
                  <a:pt x="633287" y="178838"/>
                  <a:pt x="810767" y="132685"/>
                </a:cubicBezTo>
                <a:cubicBezTo>
                  <a:pt x="809974" y="83218"/>
                  <a:pt x="822434" y="48847"/>
                  <a:pt x="810767" y="0"/>
                </a:cubicBezTo>
                <a:cubicBezTo>
                  <a:pt x="921643" y="87721"/>
                  <a:pt x="996300" y="206426"/>
                  <a:pt x="1076137" y="265371"/>
                </a:cubicBezTo>
                <a:cubicBezTo>
                  <a:pt x="979780" y="370093"/>
                  <a:pt x="929352" y="392278"/>
                  <a:pt x="810767" y="530741"/>
                </a:cubicBezTo>
                <a:cubicBezTo>
                  <a:pt x="803061" y="478775"/>
                  <a:pt x="816980" y="431120"/>
                  <a:pt x="810767" y="398056"/>
                </a:cubicBezTo>
                <a:cubicBezTo>
                  <a:pt x="671369" y="427829"/>
                  <a:pt x="556805" y="351861"/>
                  <a:pt x="389168" y="398056"/>
                </a:cubicBezTo>
                <a:cubicBezTo>
                  <a:pt x="221531" y="444251"/>
                  <a:pt x="131914" y="388567"/>
                  <a:pt x="0" y="398056"/>
                </a:cubicBezTo>
                <a:cubicBezTo>
                  <a:pt x="-14596" y="301715"/>
                  <a:pt x="26363" y="251247"/>
                  <a:pt x="0" y="13268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363887920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5A56D-3948-3FF5-0620-D7186FF919EE}"/>
              </a:ext>
            </a:extLst>
          </p:cNvPr>
          <p:cNvSpPr/>
          <p:nvPr/>
        </p:nvSpPr>
        <p:spPr>
          <a:xfrm>
            <a:off x="2812029" y="6013451"/>
            <a:ext cx="177623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22225">
                  <a:solidFill>
                    <a:srgbClr val="00B050"/>
                  </a:solidFill>
                  <a:prstDash val="solid"/>
                </a:ln>
                <a:solidFill>
                  <a:srgbClr val="00B050"/>
                </a:solidFill>
              </a:rPr>
              <a:t>SPEAK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70E71-CDA6-7D4D-9810-F51D58D38967}"/>
              </a:ext>
            </a:extLst>
          </p:cNvPr>
          <p:cNvSpPr/>
          <p:nvPr/>
        </p:nvSpPr>
        <p:spPr>
          <a:xfrm>
            <a:off x="7668066" y="6013452"/>
            <a:ext cx="1294036" cy="584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22225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</a:rPr>
              <a:t>TYPE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E0065-8C60-177E-BB18-984D29937E85}"/>
              </a:ext>
            </a:extLst>
          </p:cNvPr>
          <p:cNvSpPr txBox="1"/>
          <p:nvPr/>
        </p:nvSpPr>
        <p:spPr>
          <a:xfrm>
            <a:off x="2024080" y="5184490"/>
            <a:ext cx="1294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Phonology</a:t>
            </a:r>
            <a:endParaRPr lang="el-G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8EC4B-C565-25EB-2E7C-C57236CDC0D7}"/>
              </a:ext>
            </a:extLst>
          </p:cNvPr>
          <p:cNvSpPr txBox="1"/>
          <p:nvPr/>
        </p:nvSpPr>
        <p:spPr>
          <a:xfrm>
            <a:off x="4086916" y="5183916"/>
            <a:ext cx="152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Orthography</a:t>
            </a:r>
            <a:endParaRPr lang="el-GR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045305-5F50-B8B0-F9A8-A26130CA756A}"/>
              </a:ext>
            </a:extLst>
          </p:cNvPr>
          <p:cNvSpPr/>
          <p:nvPr/>
        </p:nvSpPr>
        <p:spPr>
          <a:xfrm>
            <a:off x="1278082" y="259773"/>
            <a:ext cx="9310254" cy="65151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8B8AD8F-8AEB-DED2-760C-540C640B98AF}"/>
              </a:ext>
            </a:extLst>
          </p:cNvPr>
          <p:cNvSpPr/>
          <p:nvPr/>
        </p:nvSpPr>
        <p:spPr>
          <a:xfrm rot="7219235">
            <a:off x="6912762" y="4387646"/>
            <a:ext cx="1028410" cy="229827"/>
          </a:xfrm>
          <a:custGeom>
            <a:avLst/>
            <a:gdLst>
              <a:gd name="connsiteX0" fmla="*/ 0 w 1028410"/>
              <a:gd name="connsiteY0" fmla="*/ 57457 h 229827"/>
              <a:gd name="connsiteX1" fmla="*/ 429344 w 1028410"/>
              <a:gd name="connsiteY1" fmla="*/ 57457 h 229827"/>
              <a:gd name="connsiteX2" fmla="*/ 913497 w 1028410"/>
              <a:gd name="connsiteY2" fmla="*/ 57457 h 229827"/>
              <a:gd name="connsiteX3" fmla="*/ 913497 w 1028410"/>
              <a:gd name="connsiteY3" fmla="*/ 0 h 229827"/>
              <a:gd name="connsiteX4" fmla="*/ 1028410 w 1028410"/>
              <a:gd name="connsiteY4" fmla="*/ 114914 h 229827"/>
              <a:gd name="connsiteX5" fmla="*/ 913497 w 1028410"/>
              <a:gd name="connsiteY5" fmla="*/ 229827 h 229827"/>
              <a:gd name="connsiteX6" fmla="*/ 913497 w 1028410"/>
              <a:gd name="connsiteY6" fmla="*/ 172370 h 229827"/>
              <a:gd name="connsiteX7" fmla="*/ 465883 w 1028410"/>
              <a:gd name="connsiteY7" fmla="*/ 172370 h 229827"/>
              <a:gd name="connsiteX8" fmla="*/ 0 w 1028410"/>
              <a:gd name="connsiteY8" fmla="*/ 172370 h 229827"/>
              <a:gd name="connsiteX9" fmla="*/ 0 w 1028410"/>
              <a:gd name="connsiteY9" fmla="*/ 57457 h 22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8410" h="229827" fill="none" extrusionOk="0">
                <a:moveTo>
                  <a:pt x="0" y="57457"/>
                </a:moveTo>
                <a:cubicBezTo>
                  <a:pt x="187651" y="16530"/>
                  <a:pt x="331647" y="103713"/>
                  <a:pt x="429344" y="57457"/>
                </a:cubicBezTo>
                <a:cubicBezTo>
                  <a:pt x="527041" y="11201"/>
                  <a:pt x="688951" y="61757"/>
                  <a:pt x="913497" y="57457"/>
                </a:cubicBezTo>
                <a:cubicBezTo>
                  <a:pt x="906987" y="30811"/>
                  <a:pt x="915630" y="19533"/>
                  <a:pt x="913497" y="0"/>
                </a:cubicBezTo>
                <a:cubicBezTo>
                  <a:pt x="968020" y="27920"/>
                  <a:pt x="966223" y="75660"/>
                  <a:pt x="1028410" y="114914"/>
                </a:cubicBezTo>
                <a:cubicBezTo>
                  <a:pt x="980566" y="173935"/>
                  <a:pt x="957896" y="165912"/>
                  <a:pt x="913497" y="229827"/>
                </a:cubicBezTo>
                <a:cubicBezTo>
                  <a:pt x="912071" y="208771"/>
                  <a:pt x="918939" y="193449"/>
                  <a:pt x="913497" y="172370"/>
                </a:cubicBezTo>
                <a:cubicBezTo>
                  <a:pt x="745923" y="180460"/>
                  <a:pt x="657591" y="145189"/>
                  <a:pt x="465883" y="172370"/>
                </a:cubicBezTo>
                <a:cubicBezTo>
                  <a:pt x="274175" y="199551"/>
                  <a:pt x="195237" y="148244"/>
                  <a:pt x="0" y="172370"/>
                </a:cubicBezTo>
                <a:cubicBezTo>
                  <a:pt x="-13290" y="140181"/>
                  <a:pt x="6385" y="107280"/>
                  <a:pt x="0" y="57457"/>
                </a:cubicBezTo>
                <a:close/>
              </a:path>
              <a:path w="1028410" h="229827" stroke="0" extrusionOk="0">
                <a:moveTo>
                  <a:pt x="0" y="57457"/>
                </a:moveTo>
                <a:cubicBezTo>
                  <a:pt x="200410" y="46826"/>
                  <a:pt x="254726" y="78518"/>
                  <a:pt x="447614" y="57457"/>
                </a:cubicBezTo>
                <a:cubicBezTo>
                  <a:pt x="640502" y="36396"/>
                  <a:pt x="818803" y="103193"/>
                  <a:pt x="913497" y="57457"/>
                </a:cubicBezTo>
                <a:cubicBezTo>
                  <a:pt x="907905" y="38498"/>
                  <a:pt x="915729" y="24694"/>
                  <a:pt x="913497" y="0"/>
                </a:cubicBezTo>
                <a:cubicBezTo>
                  <a:pt x="976507" y="47831"/>
                  <a:pt x="971104" y="58121"/>
                  <a:pt x="1028410" y="114914"/>
                </a:cubicBezTo>
                <a:cubicBezTo>
                  <a:pt x="988396" y="165740"/>
                  <a:pt x="949976" y="187522"/>
                  <a:pt x="913497" y="229827"/>
                </a:cubicBezTo>
                <a:cubicBezTo>
                  <a:pt x="910691" y="211794"/>
                  <a:pt x="915373" y="189381"/>
                  <a:pt x="913497" y="172370"/>
                </a:cubicBezTo>
                <a:cubicBezTo>
                  <a:pt x="729117" y="216780"/>
                  <a:pt x="588823" y="130793"/>
                  <a:pt x="475018" y="172370"/>
                </a:cubicBezTo>
                <a:cubicBezTo>
                  <a:pt x="361213" y="213947"/>
                  <a:pt x="173948" y="160840"/>
                  <a:pt x="0" y="172370"/>
                </a:cubicBezTo>
                <a:cubicBezTo>
                  <a:pt x="-5157" y="141743"/>
                  <a:pt x="524" y="84372"/>
                  <a:pt x="0" y="5745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199535993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A6EBDC6-3BA7-7FE3-6274-64C46A3CBC12}"/>
              </a:ext>
            </a:extLst>
          </p:cNvPr>
          <p:cNvSpPr/>
          <p:nvPr/>
        </p:nvSpPr>
        <p:spPr>
          <a:xfrm rot="3460689">
            <a:off x="8601041" y="4274394"/>
            <a:ext cx="1076137" cy="530741"/>
          </a:xfrm>
          <a:custGeom>
            <a:avLst/>
            <a:gdLst>
              <a:gd name="connsiteX0" fmla="*/ 0 w 1076137"/>
              <a:gd name="connsiteY0" fmla="*/ 132685 h 530741"/>
              <a:gd name="connsiteX1" fmla="*/ 421599 w 1076137"/>
              <a:gd name="connsiteY1" fmla="*/ 132685 h 530741"/>
              <a:gd name="connsiteX2" fmla="*/ 810767 w 1076137"/>
              <a:gd name="connsiteY2" fmla="*/ 132685 h 530741"/>
              <a:gd name="connsiteX3" fmla="*/ 810767 w 1076137"/>
              <a:gd name="connsiteY3" fmla="*/ 0 h 530741"/>
              <a:gd name="connsiteX4" fmla="*/ 1076137 w 1076137"/>
              <a:gd name="connsiteY4" fmla="*/ 265371 h 530741"/>
              <a:gd name="connsiteX5" fmla="*/ 810767 w 1076137"/>
              <a:gd name="connsiteY5" fmla="*/ 530741 h 530741"/>
              <a:gd name="connsiteX6" fmla="*/ 810767 w 1076137"/>
              <a:gd name="connsiteY6" fmla="*/ 398056 h 530741"/>
              <a:gd name="connsiteX7" fmla="*/ 397276 w 1076137"/>
              <a:gd name="connsiteY7" fmla="*/ 398056 h 530741"/>
              <a:gd name="connsiteX8" fmla="*/ 0 w 1076137"/>
              <a:gd name="connsiteY8" fmla="*/ 398056 h 530741"/>
              <a:gd name="connsiteX9" fmla="*/ 0 w 1076137"/>
              <a:gd name="connsiteY9" fmla="*/ 132685 h 53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6137" h="530741" fill="none" extrusionOk="0">
                <a:moveTo>
                  <a:pt x="0" y="132685"/>
                </a:moveTo>
                <a:cubicBezTo>
                  <a:pt x="155479" y="102689"/>
                  <a:pt x="247086" y="176347"/>
                  <a:pt x="421599" y="132685"/>
                </a:cubicBezTo>
                <a:cubicBezTo>
                  <a:pt x="596112" y="89023"/>
                  <a:pt x="655855" y="154340"/>
                  <a:pt x="810767" y="132685"/>
                </a:cubicBezTo>
                <a:cubicBezTo>
                  <a:pt x="797291" y="69738"/>
                  <a:pt x="819401" y="47934"/>
                  <a:pt x="810767" y="0"/>
                </a:cubicBezTo>
                <a:cubicBezTo>
                  <a:pt x="883427" y="45561"/>
                  <a:pt x="943395" y="168235"/>
                  <a:pt x="1076137" y="265371"/>
                </a:cubicBezTo>
                <a:cubicBezTo>
                  <a:pt x="1023824" y="324729"/>
                  <a:pt x="899776" y="394193"/>
                  <a:pt x="810767" y="530741"/>
                </a:cubicBezTo>
                <a:cubicBezTo>
                  <a:pt x="803795" y="496848"/>
                  <a:pt x="821720" y="430526"/>
                  <a:pt x="810767" y="398056"/>
                </a:cubicBezTo>
                <a:cubicBezTo>
                  <a:pt x="724478" y="431063"/>
                  <a:pt x="551056" y="380726"/>
                  <a:pt x="397276" y="398056"/>
                </a:cubicBezTo>
                <a:cubicBezTo>
                  <a:pt x="243496" y="415386"/>
                  <a:pt x="197869" y="379703"/>
                  <a:pt x="0" y="398056"/>
                </a:cubicBezTo>
                <a:cubicBezTo>
                  <a:pt x="-17039" y="328375"/>
                  <a:pt x="13284" y="211746"/>
                  <a:pt x="0" y="132685"/>
                </a:cubicBezTo>
                <a:close/>
              </a:path>
              <a:path w="1076137" h="530741" stroke="0" extrusionOk="0">
                <a:moveTo>
                  <a:pt x="0" y="132685"/>
                </a:moveTo>
                <a:cubicBezTo>
                  <a:pt x="104942" y="93493"/>
                  <a:pt x="259841" y="156509"/>
                  <a:pt x="413491" y="132685"/>
                </a:cubicBezTo>
                <a:cubicBezTo>
                  <a:pt x="567141" y="108861"/>
                  <a:pt x="717369" y="174115"/>
                  <a:pt x="810767" y="132685"/>
                </a:cubicBezTo>
                <a:cubicBezTo>
                  <a:pt x="806289" y="97789"/>
                  <a:pt x="816669" y="62093"/>
                  <a:pt x="810767" y="0"/>
                </a:cubicBezTo>
                <a:cubicBezTo>
                  <a:pt x="884953" y="50305"/>
                  <a:pt x="1009043" y="221117"/>
                  <a:pt x="1076137" y="265371"/>
                </a:cubicBezTo>
                <a:cubicBezTo>
                  <a:pt x="1019537" y="383488"/>
                  <a:pt x="874943" y="460797"/>
                  <a:pt x="810767" y="530741"/>
                </a:cubicBezTo>
                <a:cubicBezTo>
                  <a:pt x="810345" y="472060"/>
                  <a:pt x="811333" y="439477"/>
                  <a:pt x="810767" y="398056"/>
                </a:cubicBezTo>
                <a:cubicBezTo>
                  <a:pt x="626456" y="430657"/>
                  <a:pt x="528810" y="395697"/>
                  <a:pt x="429707" y="398056"/>
                </a:cubicBezTo>
                <a:cubicBezTo>
                  <a:pt x="330604" y="400415"/>
                  <a:pt x="213385" y="366880"/>
                  <a:pt x="0" y="398056"/>
                </a:cubicBezTo>
                <a:cubicBezTo>
                  <a:pt x="-23988" y="339050"/>
                  <a:pt x="14337" y="192318"/>
                  <a:pt x="0" y="13268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964681523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27F7803-FD32-FB91-A7E7-612504BE3057}"/>
              </a:ext>
            </a:extLst>
          </p:cNvPr>
          <p:cNvSpPr/>
          <p:nvPr/>
        </p:nvSpPr>
        <p:spPr>
          <a:xfrm rot="5222972">
            <a:off x="7745841" y="2304747"/>
            <a:ext cx="1076137" cy="530741"/>
          </a:xfrm>
          <a:custGeom>
            <a:avLst/>
            <a:gdLst>
              <a:gd name="connsiteX0" fmla="*/ 0 w 1076137"/>
              <a:gd name="connsiteY0" fmla="*/ 132685 h 530741"/>
              <a:gd name="connsiteX1" fmla="*/ 421599 w 1076137"/>
              <a:gd name="connsiteY1" fmla="*/ 132685 h 530741"/>
              <a:gd name="connsiteX2" fmla="*/ 810767 w 1076137"/>
              <a:gd name="connsiteY2" fmla="*/ 132685 h 530741"/>
              <a:gd name="connsiteX3" fmla="*/ 810767 w 1076137"/>
              <a:gd name="connsiteY3" fmla="*/ 0 h 530741"/>
              <a:gd name="connsiteX4" fmla="*/ 1076137 w 1076137"/>
              <a:gd name="connsiteY4" fmla="*/ 265371 h 530741"/>
              <a:gd name="connsiteX5" fmla="*/ 810767 w 1076137"/>
              <a:gd name="connsiteY5" fmla="*/ 530741 h 530741"/>
              <a:gd name="connsiteX6" fmla="*/ 810767 w 1076137"/>
              <a:gd name="connsiteY6" fmla="*/ 398056 h 530741"/>
              <a:gd name="connsiteX7" fmla="*/ 397276 w 1076137"/>
              <a:gd name="connsiteY7" fmla="*/ 398056 h 530741"/>
              <a:gd name="connsiteX8" fmla="*/ 0 w 1076137"/>
              <a:gd name="connsiteY8" fmla="*/ 398056 h 530741"/>
              <a:gd name="connsiteX9" fmla="*/ 0 w 1076137"/>
              <a:gd name="connsiteY9" fmla="*/ 132685 h 53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6137" h="530741" fill="none" extrusionOk="0">
                <a:moveTo>
                  <a:pt x="0" y="132685"/>
                </a:moveTo>
                <a:cubicBezTo>
                  <a:pt x="155479" y="102689"/>
                  <a:pt x="247086" y="176347"/>
                  <a:pt x="421599" y="132685"/>
                </a:cubicBezTo>
                <a:cubicBezTo>
                  <a:pt x="596112" y="89023"/>
                  <a:pt x="655855" y="154340"/>
                  <a:pt x="810767" y="132685"/>
                </a:cubicBezTo>
                <a:cubicBezTo>
                  <a:pt x="797291" y="69738"/>
                  <a:pt x="819401" y="47934"/>
                  <a:pt x="810767" y="0"/>
                </a:cubicBezTo>
                <a:cubicBezTo>
                  <a:pt x="883427" y="45561"/>
                  <a:pt x="943395" y="168235"/>
                  <a:pt x="1076137" y="265371"/>
                </a:cubicBezTo>
                <a:cubicBezTo>
                  <a:pt x="1023824" y="324729"/>
                  <a:pt x="899776" y="394193"/>
                  <a:pt x="810767" y="530741"/>
                </a:cubicBezTo>
                <a:cubicBezTo>
                  <a:pt x="803795" y="496848"/>
                  <a:pt x="821720" y="430526"/>
                  <a:pt x="810767" y="398056"/>
                </a:cubicBezTo>
                <a:cubicBezTo>
                  <a:pt x="724478" y="431063"/>
                  <a:pt x="551056" y="380726"/>
                  <a:pt x="397276" y="398056"/>
                </a:cubicBezTo>
                <a:cubicBezTo>
                  <a:pt x="243496" y="415386"/>
                  <a:pt x="197869" y="379703"/>
                  <a:pt x="0" y="398056"/>
                </a:cubicBezTo>
                <a:cubicBezTo>
                  <a:pt x="-17039" y="328375"/>
                  <a:pt x="13284" y="211746"/>
                  <a:pt x="0" y="132685"/>
                </a:cubicBezTo>
                <a:close/>
              </a:path>
              <a:path w="1076137" h="530741" stroke="0" extrusionOk="0">
                <a:moveTo>
                  <a:pt x="0" y="132685"/>
                </a:moveTo>
                <a:cubicBezTo>
                  <a:pt x="104942" y="93493"/>
                  <a:pt x="259841" y="156509"/>
                  <a:pt x="413491" y="132685"/>
                </a:cubicBezTo>
                <a:cubicBezTo>
                  <a:pt x="567141" y="108861"/>
                  <a:pt x="717369" y="174115"/>
                  <a:pt x="810767" y="132685"/>
                </a:cubicBezTo>
                <a:cubicBezTo>
                  <a:pt x="806289" y="97789"/>
                  <a:pt x="816669" y="62093"/>
                  <a:pt x="810767" y="0"/>
                </a:cubicBezTo>
                <a:cubicBezTo>
                  <a:pt x="884953" y="50305"/>
                  <a:pt x="1009043" y="221117"/>
                  <a:pt x="1076137" y="265371"/>
                </a:cubicBezTo>
                <a:cubicBezTo>
                  <a:pt x="1019537" y="383488"/>
                  <a:pt x="874943" y="460797"/>
                  <a:pt x="810767" y="530741"/>
                </a:cubicBezTo>
                <a:cubicBezTo>
                  <a:pt x="810345" y="472060"/>
                  <a:pt x="811333" y="439477"/>
                  <a:pt x="810767" y="398056"/>
                </a:cubicBezTo>
                <a:cubicBezTo>
                  <a:pt x="626456" y="430657"/>
                  <a:pt x="528810" y="395697"/>
                  <a:pt x="429707" y="398056"/>
                </a:cubicBezTo>
                <a:cubicBezTo>
                  <a:pt x="330604" y="400415"/>
                  <a:pt x="213385" y="366880"/>
                  <a:pt x="0" y="398056"/>
                </a:cubicBezTo>
                <a:cubicBezTo>
                  <a:pt x="-23988" y="339050"/>
                  <a:pt x="14337" y="192318"/>
                  <a:pt x="0" y="13268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964681523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0BD71AC-8C7C-E31D-CDFC-73C2D983C476}"/>
              </a:ext>
            </a:extLst>
          </p:cNvPr>
          <p:cNvSpPr/>
          <p:nvPr/>
        </p:nvSpPr>
        <p:spPr>
          <a:xfrm rot="5190310">
            <a:off x="3162076" y="2274963"/>
            <a:ext cx="1076137" cy="530741"/>
          </a:xfrm>
          <a:custGeom>
            <a:avLst/>
            <a:gdLst>
              <a:gd name="connsiteX0" fmla="*/ 0 w 1076137"/>
              <a:gd name="connsiteY0" fmla="*/ 132685 h 530741"/>
              <a:gd name="connsiteX1" fmla="*/ 421599 w 1076137"/>
              <a:gd name="connsiteY1" fmla="*/ 132685 h 530741"/>
              <a:gd name="connsiteX2" fmla="*/ 810767 w 1076137"/>
              <a:gd name="connsiteY2" fmla="*/ 132685 h 530741"/>
              <a:gd name="connsiteX3" fmla="*/ 810767 w 1076137"/>
              <a:gd name="connsiteY3" fmla="*/ 0 h 530741"/>
              <a:gd name="connsiteX4" fmla="*/ 1076137 w 1076137"/>
              <a:gd name="connsiteY4" fmla="*/ 265371 h 530741"/>
              <a:gd name="connsiteX5" fmla="*/ 810767 w 1076137"/>
              <a:gd name="connsiteY5" fmla="*/ 530741 h 530741"/>
              <a:gd name="connsiteX6" fmla="*/ 810767 w 1076137"/>
              <a:gd name="connsiteY6" fmla="*/ 398056 h 530741"/>
              <a:gd name="connsiteX7" fmla="*/ 397276 w 1076137"/>
              <a:gd name="connsiteY7" fmla="*/ 398056 h 530741"/>
              <a:gd name="connsiteX8" fmla="*/ 0 w 1076137"/>
              <a:gd name="connsiteY8" fmla="*/ 398056 h 530741"/>
              <a:gd name="connsiteX9" fmla="*/ 0 w 1076137"/>
              <a:gd name="connsiteY9" fmla="*/ 132685 h 53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6137" h="530741" fill="none" extrusionOk="0">
                <a:moveTo>
                  <a:pt x="0" y="132685"/>
                </a:moveTo>
                <a:cubicBezTo>
                  <a:pt x="155479" y="102689"/>
                  <a:pt x="247086" y="176347"/>
                  <a:pt x="421599" y="132685"/>
                </a:cubicBezTo>
                <a:cubicBezTo>
                  <a:pt x="596112" y="89023"/>
                  <a:pt x="655855" y="154340"/>
                  <a:pt x="810767" y="132685"/>
                </a:cubicBezTo>
                <a:cubicBezTo>
                  <a:pt x="797291" y="69738"/>
                  <a:pt x="819401" y="47934"/>
                  <a:pt x="810767" y="0"/>
                </a:cubicBezTo>
                <a:cubicBezTo>
                  <a:pt x="883427" y="45561"/>
                  <a:pt x="943395" y="168235"/>
                  <a:pt x="1076137" y="265371"/>
                </a:cubicBezTo>
                <a:cubicBezTo>
                  <a:pt x="1023824" y="324729"/>
                  <a:pt x="899776" y="394193"/>
                  <a:pt x="810767" y="530741"/>
                </a:cubicBezTo>
                <a:cubicBezTo>
                  <a:pt x="803795" y="496848"/>
                  <a:pt x="821720" y="430526"/>
                  <a:pt x="810767" y="398056"/>
                </a:cubicBezTo>
                <a:cubicBezTo>
                  <a:pt x="724478" y="431063"/>
                  <a:pt x="551056" y="380726"/>
                  <a:pt x="397276" y="398056"/>
                </a:cubicBezTo>
                <a:cubicBezTo>
                  <a:pt x="243496" y="415386"/>
                  <a:pt x="197869" y="379703"/>
                  <a:pt x="0" y="398056"/>
                </a:cubicBezTo>
                <a:cubicBezTo>
                  <a:pt x="-17039" y="328375"/>
                  <a:pt x="13284" y="211746"/>
                  <a:pt x="0" y="132685"/>
                </a:cubicBezTo>
                <a:close/>
              </a:path>
              <a:path w="1076137" h="530741" stroke="0" extrusionOk="0">
                <a:moveTo>
                  <a:pt x="0" y="132685"/>
                </a:moveTo>
                <a:cubicBezTo>
                  <a:pt x="104942" y="93493"/>
                  <a:pt x="259841" y="156509"/>
                  <a:pt x="413491" y="132685"/>
                </a:cubicBezTo>
                <a:cubicBezTo>
                  <a:pt x="567141" y="108861"/>
                  <a:pt x="717369" y="174115"/>
                  <a:pt x="810767" y="132685"/>
                </a:cubicBezTo>
                <a:cubicBezTo>
                  <a:pt x="806289" y="97789"/>
                  <a:pt x="816669" y="62093"/>
                  <a:pt x="810767" y="0"/>
                </a:cubicBezTo>
                <a:cubicBezTo>
                  <a:pt x="884953" y="50305"/>
                  <a:pt x="1009043" y="221117"/>
                  <a:pt x="1076137" y="265371"/>
                </a:cubicBezTo>
                <a:cubicBezTo>
                  <a:pt x="1019537" y="383488"/>
                  <a:pt x="874943" y="460797"/>
                  <a:pt x="810767" y="530741"/>
                </a:cubicBezTo>
                <a:cubicBezTo>
                  <a:pt x="810345" y="472060"/>
                  <a:pt x="811333" y="439477"/>
                  <a:pt x="810767" y="398056"/>
                </a:cubicBezTo>
                <a:cubicBezTo>
                  <a:pt x="626456" y="430657"/>
                  <a:pt x="528810" y="395697"/>
                  <a:pt x="429707" y="398056"/>
                </a:cubicBezTo>
                <a:cubicBezTo>
                  <a:pt x="330604" y="400415"/>
                  <a:pt x="213385" y="366880"/>
                  <a:pt x="0" y="398056"/>
                </a:cubicBezTo>
                <a:cubicBezTo>
                  <a:pt x="-23988" y="339050"/>
                  <a:pt x="14337" y="192318"/>
                  <a:pt x="0" y="13268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964681523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A629D6-E06F-D0D1-BAA1-F00515BDBB7B}"/>
              </a:ext>
            </a:extLst>
          </p:cNvPr>
          <p:cNvSpPr txBox="1"/>
          <p:nvPr/>
        </p:nvSpPr>
        <p:spPr>
          <a:xfrm>
            <a:off x="2819757" y="3354648"/>
            <a:ext cx="177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Semantics</a:t>
            </a:r>
            <a:endParaRPr lang="el-G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B3F9AF-FF98-C29C-6B1E-BCC3B48CA076}"/>
              </a:ext>
            </a:extLst>
          </p:cNvPr>
          <p:cNvSpPr txBox="1"/>
          <p:nvPr/>
        </p:nvSpPr>
        <p:spPr>
          <a:xfrm>
            <a:off x="7426968" y="3359264"/>
            <a:ext cx="177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Semantics</a:t>
            </a:r>
            <a:endParaRPr lang="el-G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ADD02A-7358-04BC-900E-F7D1A0666178}"/>
              </a:ext>
            </a:extLst>
          </p:cNvPr>
          <p:cNvSpPr txBox="1"/>
          <p:nvPr/>
        </p:nvSpPr>
        <p:spPr>
          <a:xfrm>
            <a:off x="6544963" y="5184490"/>
            <a:ext cx="1294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Phonology</a:t>
            </a:r>
            <a:endParaRPr lang="el-GR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FE9257-BF7D-E10E-756B-C8AB2737693D}"/>
              </a:ext>
            </a:extLst>
          </p:cNvPr>
          <p:cNvSpPr txBox="1"/>
          <p:nvPr/>
        </p:nvSpPr>
        <p:spPr>
          <a:xfrm>
            <a:off x="8607799" y="5183916"/>
            <a:ext cx="152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Orthography</a:t>
            </a:r>
            <a:endParaRPr lang="el-GR" dirty="0"/>
          </a:p>
        </p:txBody>
      </p:sp>
      <p:pic>
        <p:nvPicPr>
          <p:cNvPr id="34" name="Picture 33" descr="A picture containing diagram&#10;&#10;Description automatically generated">
            <a:extLst>
              <a:ext uri="{FF2B5EF4-FFF2-40B4-BE49-F238E27FC236}">
                <a16:creationId xmlns:a16="http://schemas.microsoft.com/office/drawing/2014/main" id="{1F09F937-F340-6D3D-E6B2-9D1B5EE25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727" y="583275"/>
            <a:ext cx="1257300" cy="123697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6E9934-F2B9-324E-735C-80D417F556F1}"/>
              </a:ext>
            </a:extLst>
          </p:cNvPr>
          <p:cNvCxnSpPr>
            <a:cxnSpLocks/>
          </p:cNvCxnSpPr>
          <p:nvPr/>
        </p:nvCxnSpPr>
        <p:spPr>
          <a:xfrm>
            <a:off x="4252450" y="4109726"/>
            <a:ext cx="676823" cy="946645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444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3708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Katerina Tsaroucha</dc:creator>
  <cp:lastModifiedBy>Katerina Tsaroucha</cp:lastModifiedBy>
  <cp:revision>44</cp:revision>
  <dcterms:created xsi:type="dcterms:W3CDTF">2023-02-21T11:13:25Z</dcterms:created>
  <dcterms:modified xsi:type="dcterms:W3CDTF">2023-04-19T16:28:53Z</dcterms:modified>
</cp:coreProperties>
</file>
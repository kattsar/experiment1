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D51F472-9F1C-9DB5-4E28-173E07E99C41}" name="Katerina Tsaroucha" initials="ΚT" userId="Katerina Tsarouch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267C"/>
    <a:srgbClr val="B82AB1"/>
    <a:srgbClr val="2802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07" autoAdjust="0"/>
    <p:restoredTop sz="92387" autoAdjust="0"/>
  </p:normalViewPr>
  <p:slideViewPr>
    <p:cSldViewPr snapToGrid="0">
      <p:cViewPr varScale="1">
        <p:scale>
          <a:sx n="74" d="100"/>
          <a:sy n="74" d="100"/>
        </p:scale>
        <p:origin x="143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246E27-58F1-4366-B54A-87682915784E}" type="datetimeFigureOut">
              <a:rPr lang="el-GR" smtClean="0"/>
              <a:t>19/04/2023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89E93-5369-47B5-886D-42AB5367E26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72587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89E93-5369-47B5-886D-42AB5367E26B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86587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89E93-5369-47B5-886D-42AB5367E26B}" type="slidenum">
              <a:rPr lang="el-GR" smtClean="0"/>
              <a:t>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71500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89E93-5369-47B5-886D-42AB5367E26B}" type="slidenum">
              <a:rPr lang="el-GR" smtClean="0"/>
              <a:t>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13466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A8B1B-7584-38B6-6D47-59CF76260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38B599-6FD5-0B36-BE71-542FA412F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D7A27-05A1-5817-8371-3933FD691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EA75-1934-439D-A2BF-E83CDE9EE27E}" type="datetimeFigureOut">
              <a:rPr lang="el-GR" smtClean="0"/>
              <a:t>19/04/2023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34CCC-495B-0611-3607-6752678C9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9ADBE-FCAB-83F9-3087-D645CB906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37C4B-1379-4283-B79B-A21D07189B2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6229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11FB0-C80D-284F-7665-353F7C008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318D7-787E-1F05-8EF1-007D7DAD0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39942-DB24-FE46-D464-CD57E1B5D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EA75-1934-439D-A2BF-E83CDE9EE27E}" type="datetimeFigureOut">
              <a:rPr lang="el-GR" smtClean="0"/>
              <a:t>19/04/2023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285C2-2C68-FDD4-7178-9E280536E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789E5-0FAF-6523-3D4A-398575BB8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37C4B-1379-4283-B79B-A21D07189B2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99996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8E359-FDBD-9B97-60B6-A4CCA49E1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C7F9D-CCD7-3AFD-CD6C-E607DAB71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160F9-FA3E-F28B-A5E4-84F0ED5F2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EA75-1934-439D-A2BF-E83CDE9EE27E}" type="datetimeFigureOut">
              <a:rPr lang="el-GR" smtClean="0"/>
              <a:t>19/04/2023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4CB9B-B054-C2DE-73C9-2F9F4A9CD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C094E-FD31-2D3C-36F7-261346975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37C4B-1379-4283-B79B-A21D07189B2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07603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1D9BE-50DD-49AE-B342-A3D11DF03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9FCAF-5B46-A687-B049-1A085B8131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23C907-F238-46F4-E563-E84756471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B1698-92B7-775D-9843-FDE726FA5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EA75-1934-439D-A2BF-E83CDE9EE27E}" type="datetimeFigureOut">
              <a:rPr lang="el-GR" smtClean="0"/>
              <a:t>19/04/2023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86A988-3175-9D7F-405B-B6C22B915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26D98C-F1D4-424D-71AF-B56CDA6B8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37C4B-1379-4283-B79B-A21D07189B2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84847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D993C-4B66-E35A-CD29-9FC522B33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5D47D-BCA9-59C2-F479-D1703B6EF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A96427-DCE7-091C-B652-257429A49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2B4EE-49FC-5BB4-1461-B838E08208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5EE5CC-E8F2-2490-DF9D-9FA9D05D30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77CBD8-18A3-4494-A1B8-B4A8230E3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EA75-1934-439D-A2BF-E83CDE9EE27E}" type="datetimeFigureOut">
              <a:rPr lang="el-GR" smtClean="0"/>
              <a:t>19/04/2023</a:t>
            </a:fld>
            <a:endParaRPr lang="el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0C6CC6-11D4-38D7-58D6-1C85BC673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57F4D9-4D23-775C-6636-009F92955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37C4B-1379-4283-B79B-A21D07189B2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1714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3B547-7C08-91EE-950B-B8763B9C5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A9B039-65F0-17B1-D410-8D53E5347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EA75-1934-439D-A2BF-E83CDE9EE27E}" type="datetimeFigureOut">
              <a:rPr lang="el-GR" smtClean="0"/>
              <a:t>19/04/2023</a:t>
            </a:fld>
            <a:endParaRPr lang="el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49FD1F-6A24-9C25-F166-72E93B7DC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73E276-EA9F-9DCD-AF7B-BFF902F1B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37C4B-1379-4283-B79B-A21D07189B2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74375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9596D9-221A-500C-A931-9CD8DCBD9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EA75-1934-439D-A2BF-E83CDE9EE27E}" type="datetimeFigureOut">
              <a:rPr lang="el-GR" smtClean="0"/>
              <a:t>19/04/2023</a:t>
            </a:fld>
            <a:endParaRPr lang="el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C793CE-457F-A86E-35AB-A14181A8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89015-904B-A02D-216B-26BDB7CD5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37C4B-1379-4283-B79B-A21D07189B2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11470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7E90A-719D-7DB6-4522-AFE9A6368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DB24A-C656-726D-F585-CD5598912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C32203-E1E0-FA38-7C13-CBEEDD634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274A9-F32C-03AA-D38C-8FBA8B958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EA75-1934-439D-A2BF-E83CDE9EE27E}" type="datetimeFigureOut">
              <a:rPr lang="el-GR" smtClean="0"/>
              <a:t>19/04/2023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02493-33AB-43A5-4F5A-1BCC841E8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8927C4-4942-4663-8D96-44B609288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37C4B-1379-4283-B79B-A21D07189B2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77308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76135-6F8E-C0E1-9179-ECC961C70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3FD4BC-1869-630C-5C83-1E03D1DDF5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A0F130-BFC1-DA76-CD23-92BFD4E13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623F0-65B0-95C5-5F90-51E06D115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EA75-1934-439D-A2BF-E83CDE9EE27E}" type="datetimeFigureOut">
              <a:rPr lang="el-GR" smtClean="0"/>
              <a:t>19/04/2023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0601A-EC02-DAC2-7F72-7549D84BD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9B262A-E910-1B58-3B23-AD9CE4135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37C4B-1379-4283-B79B-A21D07189B2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12035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9B8EB-E100-FF5D-0786-75DCD5C58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BCF57A-3475-C4EC-A143-393D8CFF0E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27B00-5AEE-4497-D0FA-488DD289C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EA75-1934-439D-A2BF-E83CDE9EE27E}" type="datetimeFigureOut">
              <a:rPr lang="el-GR" smtClean="0"/>
              <a:t>19/04/2023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249E3-60E3-D1A8-E039-A0F9436D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15D77-6D2E-85D7-318E-849C2663B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37C4B-1379-4283-B79B-A21D07189B2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34879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650B50-37AB-FB21-5004-D445911B94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CD08EA-9516-5543-E712-A17BA3455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0170B-BB16-78D0-9243-768E8100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EA75-1934-439D-A2BF-E83CDE9EE27E}" type="datetimeFigureOut">
              <a:rPr lang="el-GR" smtClean="0"/>
              <a:t>19/04/2023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03E49-076A-0E30-4194-30C3BCA29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23B68-ACCA-F800-88FF-008802353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37C4B-1379-4283-B79B-A21D07189B2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56822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0D3276-5356-D24B-4F50-CC6BB642B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ABE93-BCDE-C377-1103-D9628FC71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EA75C-045E-1014-17D5-37449FA207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BEA75-1934-439D-A2BF-E83CDE9EE27E}" type="datetimeFigureOut">
              <a:rPr lang="el-GR" smtClean="0"/>
              <a:t>19/04/2023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048B6-5B11-40F6-36DC-8FE0ACB162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CB90E-DC3B-5E11-057B-2C44C3E71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37C4B-1379-4283-B79B-A21D07189B2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72851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7EEC71-D57D-5197-85ED-08A33392F1F7}"/>
              </a:ext>
            </a:extLst>
          </p:cNvPr>
          <p:cNvSpPr/>
          <p:nvPr/>
        </p:nvSpPr>
        <p:spPr>
          <a:xfrm>
            <a:off x="296643" y="345986"/>
            <a:ext cx="2576945" cy="16833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CEFA88-C9CE-511B-5792-1C6400F5E9A8}"/>
              </a:ext>
            </a:extLst>
          </p:cNvPr>
          <p:cNvSpPr/>
          <p:nvPr/>
        </p:nvSpPr>
        <p:spPr>
          <a:xfrm>
            <a:off x="1504450" y="1470570"/>
            <a:ext cx="2576945" cy="16833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ED7269-642F-09DB-C2F9-724D5E65D101}"/>
              </a:ext>
            </a:extLst>
          </p:cNvPr>
          <p:cNvSpPr/>
          <p:nvPr/>
        </p:nvSpPr>
        <p:spPr>
          <a:xfrm>
            <a:off x="2792922" y="2691500"/>
            <a:ext cx="2576945" cy="16833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12" name="Picture 11" descr="A picture containing diagram&#10;&#10;Description automatically generated">
            <a:extLst>
              <a:ext uri="{FF2B5EF4-FFF2-40B4-BE49-F238E27FC236}">
                <a16:creationId xmlns:a16="http://schemas.microsoft.com/office/drawing/2014/main" id="{001EF405-8FE5-D734-F9C8-40CB08A65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59" y="644912"/>
            <a:ext cx="856982" cy="843131"/>
          </a:xfrm>
          <a:prstGeom prst="rect">
            <a:avLst/>
          </a:prstGeom>
        </p:spPr>
      </p:pic>
      <p:pic>
        <p:nvPicPr>
          <p:cNvPr id="13" name="Picture 12" descr="A picture containing diagram&#10;&#10;Description automatically generated">
            <a:extLst>
              <a:ext uri="{FF2B5EF4-FFF2-40B4-BE49-F238E27FC236}">
                <a16:creationId xmlns:a16="http://schemas.microsoft.com/office/drawing/2014/main" id="{36C60116-C18A-81BA-1938-9785B0223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431" y="1838237"/>
            <a:ext cx="856982" cy="84313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DD00820-A572-81C1-50DC-65E93603299D}"/>
              </a:ext>
            </a:extLst>
          </p:cNvPr>
          <p:cNvSpPr txBox="1"/>
          <p:nvPr/>
        </p:nvSpPr>
        <p:spPr>
          <a:xfrm>
            <a:off x="3221413" y="266424"/>
            <a:ext cx="17456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</a:rPr>
              <a:t>SPEAK</a:t>
            </a:r>
            <a:endParaRPr lang="el-GR" sz="2200" b="1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776579-3224-EBFD-D9B8-B3530379A52B}"/>
              </a:ext>
            </a:extLst>
          </p:cNvPr>
          <p:cNvSpPr txBox="1"/>
          <p:nvPr/>
        </p:nvSpPr>
        <p:spPr>
          <a:xfrm>
            <a:off x="4509886" y="1488043"/>
            <a:ext cx="38770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</a:rPr>
              <a:t>SPEAK </a:t>
            </a:r>
          </a:p>
          <a:p>
            <a:r>
              <a:rPr lang="en-US" sz="2200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</a:rPr>
              <a:t>X</a:t>
            </a:r>
            <a:r>
              <a:rPr lang="en-US" sz="1400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</a:rPr>
              <a:t>S </a:t>
            </a:r>
            <a:r>
              <a:rPr lang="en-US" sz="1400" b="1" dirty="0" err="1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</a:rPr>
              <a:t>ms</a:t>
            </a:r>
            <a:endParaRPr lang="el-GR" sz="2200" b="1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6B38FC-3AC7-3239-08F0-E1E3E4A7507F}"/>
              </a:ext>
            </a:extLst>
          </p:cNvPr>
          <p:cNvSpPr/>
          <p:nvPr/>
        </p:nvSpPr>
        <p:spPr>
          <a:xfrm>
            <a:off x="3981952" y="3780248"/>
            <a:ext cx="2576945" cy="16833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FDEFD5-7069-6747-BF40-FFC1623BD7E4}"/>
              </a:ext>
            </a:extLst>
          </p:cNvPr>
          <p:cNvSpPr/>
          <p:nvPr/>
        </p:nvSpPr>
        <p:spPr>
          <a:xfrm>
            <a:off x="5189759" y="4904832"/>
            <a:ext cx="2576945" cy="16833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20" name="Picture 19" descr="A picture containing diagram&#10;&#10;Description automatically generated">
            <a:extLst>
              <a:ext uri="{FF2B5EF4-FFF2-40B4-BE49-F238E27FC236}">
                <a16:creationId xmlns:a16="http://schemas.microsoft.com/office/drawing/2014/main" id="{3D412779-4AED-AC18-935A-7F728A562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1268" y="4079174"/>
            <a:ext cx="856982" cy="843131"/>
          </a:xfrm>
          <a:prstGeom prst="rect">
            <a:avLst/>
          </a:prstGeom>
        </p:spPr>
      </p:pic>
      <p:pic>
        <p:nvPicPr>
          <p:cNvPr id="21" name="Picture 20" descr="A picture containing diagram&#10;&#10;Description automatically generated">
            <a:extLst>
              <a:ext uri="{FF2B5EF4-FFF2-40B4-BE49-F238E27FC236}">
                <a16:creationId xmlns:a16="http://schemas.microsoft.com/office/drawing/2014/main" id="{42DC0A18-ADA7-B28A-681F-30333355D1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9740" y="5272499"/>
            <a:ext cx="856982" cy="84313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081D94B-4F00-3265-DD75-7F7041E1DC8A}"/>
              </a:ext>
            </a:extLst>
          </p:cNvPr>
          <p:cNvSpPr txBox="1"/>
          <p:nvPr/>
        </p:nvSpPr>
        <p:spPr>
          <a:xfrm>
            <a:off x="6906722" y="3780248"/>
            <a:ext cx="17456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TYPE</a:t>
            </a:r>
            <a:endParaRPr lang="el-GR" sz="2200" b="1" dirty="0">
              <a:ln>
                <a:solidFill>
                  <a:srgbClr val="0070C0"/>
                </a:solidFill>
              </a:ln>
              <a:solidFill>
                <a:srgbClr val="0070C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96C518-602E-24D4-ABEF-DE5B8B22B467}"/>
              </a:ext>
            </a:extLst>
          </p:cNvPr>
          <p:cNvSpPr txBox="1"/>
          <p:nvPr/>
        </p:nvSpPr>
        <p:spPr>
          <a:xfrm>
            <a:off x="8169720" y="4904832"/>
            <a:ext cx="38770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</a:rPr>
              <a:t>SPEAK </a:t>
            </a:r>
          </a:p>
          <a:p>
            <a:r>
              <a:rPr lang="en-US" sz="2200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</a:rPr>
              <a:t>Y</a:t>
            </a:r>
            <a:r>
              <a:rPr lang="en-US" sz="1400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</a:rPr>
              <a:t>S</a:t>
            </a:r>
            <a:r>
              <a:rPr lang="en-US" sz="2200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</a:rPr>
              <a:t> </a:t>
            </a:r>
            <a:r>
              <a:rPr lang="en-US" sz="1400" b="1" dirty="0" err="1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</a:rPr>
              <a:t>ms</a:t>
            </a:r>
            <a:endParaRPr lang="el-GR" sz="1400" b="1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AA58BED-B10A-1364-976F-1BCE9945A080}"/>
              </a:ext>
            </a:extLst>
          </p:cNvPr>
          <p:cNvCxnSpPr/>
          <p:nvPr/>
        </p:nvCxnSpPr>
        <p:spPr>
          <a:xfrm>
            <a:off x="174286" y="2669322"/>
            <a:ext cx="3948800" cy="3948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EDF1201-845B-9A5D-055C-AD7BAC5CA3A6}"/>
              </a:ext>
            </a:extLst>
          </p:cNvPr>
          <p:cNvSpPr txBox="1"/>
          <p:nvPr/>
        </p:nvSpPr>
        <p:spPr>
          <a:xfrm>
            <a:off x="875800" y="4774811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TIME (</a:t>
            </a:r>
            <a:r>
              <a:rPr lang="en-US" b="1" dirty="0" err="1"/>
              <a:t>ms</a:t>
            </a:r>
            <a:r>
              <a:rPr lang="en-US" b="1" dirty="0"/>
              <a:t>)</a:t>
            </a:r>
            <a:endParaRPr lang="el-GR" b="1" dirty="0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26440E84-6B2A-9FAB-2661-615A9A1EACDB}"/>
              </a:ext>
            </a:extLst>
          </p:cNvPr>
          <p:cNvSpPr/>
          <p:nvPr/>
        </p:nvSpPr>
        <p:spPr>
          <a:xfrm rot="19054980">
            <a:off x="8673109" y="1192463"/>
            <a:ext cx="704047" cy="3922868"/>
          </a:xfrm>
          <a:prstGeom prst="rightBrace">
            <a:avLst>
              <a:gd name="adj1" fmla="val 17010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6362EB-52DE-0A3C-0E97-98D77AA50C45}"/>
              </a:ext>
            </a:extLst>
          </p:cNvPr>
          <p:cNvSpPr txBox="1"/>
          <p:nvPr/>
        </p:nvSpPr>
        <p:spPr>
          <a:xfrm>
            <a:off x="9491584" y="2659785"/>
            <a:ext cx="2117798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l-GR" sz="2800" b="1" dirty="0">
                <a:ln>
                  <a:solidFill>
                    <a:schemeClr val="tx1"/>
                  </a:solidFill>
                </a:ln>
              </a:rPr>
              <a:t>Δ</a:t>
            </a:r>
            <a:r>
              <a:rPr lang="en-US" b="1" dirty="0">
                <a:ln>
                  <a:solidFill>
                    <a:schemeClr val="tx1"/>
                  </a:solidFill>
                </a:ln>
              </a:rPr>
              <a:t>S</a:t>
            </a:r>
            <a:r>
              <a:rPr lang="en-US" sz="2800" b="1" dirty="0">
                <a:ln>
                  <a:solidFill>
                    <a:schemeClr val="tx1"/>
                  </a:solidFill>
                </a:ln>
              </a:rPr>
              <a:t> = Y</a:t>
            </a:r>
            <a:r>
              <a:rPr lang="en-US" b="1" dirty="0">
                <a:ln>
                  <a:solidFill>
                    <a:schemeClr val="tx1"/>
                  </a:solidFill>
                </a:ln>
              </a:rPr>
              <a:t>S</a:t>
            </a:r>
            <a:r>
              <a:rPr lang="en-US" sz="2800" b="1" dirty="0">
                <a:ln>
                  <a:solidFill>
                    <a:schemeClr val="tx1"/>
                  </a:solidFill>
                </a:ln>
              </a:rPr>
              <a:t>  -  X</a:t>
            </a:r>
            <a:r>
              <a:rPr lang="en-US" b="1" dirty="0">
                <a:ln>
                  <a:solidFill>
                    <a:schemeClr val="tx1"/>
                  </a:solidFill>
                </a:ln>
              </a:rPr>
              <a:t>S</a:t>
            </a:r>
            <a:endParaRPr lang="el-GR" dirty="0">
              <a:ln>
                <a:solidFill>
                  <a:schemeClr val="tx1"/>
                </a:solidFill>
              </a:ln>
            </a:endParaRPr>
          </a:p>
        </p:txBody>
      </p:sp>
      <p:pic>
        <p:nvPicPr>
          <p:cNvPr id="11" name="Picture 10" descr="A picture containing logo&#10;&#10;Description automatically generated">
            <a:extLst>
              <a:ext uri="{FF2B5EF4-FFF2-40B4-BE49-F238E27FC236}">
                <a16:creationId xmlns:a16="http://schemas.microsoft.com/office/drawing/2014/main" id="{8ED8245B-EE07-7A0E-53A1-507633846A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4081" y="2987231"/>
            <a:ext cx="938010" cy="9380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A11415-47FE-8AE6-AC92-98691B9CDA89}"/>
              </a:ext>
            </a:extLst>
          </p:cNvPr>
          <p:cNvSpPr txBox="1"/>
          <p:nvPr/>
        </p:nvSpPr>
        <p:spPr>
          <a:xfrm>
            <a:off x="5667725" y="2646737"/>
            <a:ext cx="17456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TYPE</a:t>
            </a:r>
            <a:endParaRPr lang="el-GR" sz="2200" b="1" dirty="0">
              <a:ln>
                <a:solidFill>
                  <a:srgbClr val="0070C0"/>
                </a:solidFill>
              </a:ln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F2CFDE-A09B-4B6C-931E-D619E292F2A0}"/>
              </a:ext>
            </a:extLst>
          </p:cNvPr>
          <p:cNvSpPr txBox="1"/>
          <p:nvPr/>
        </p:nvSpPr>
        <p:spPr>
          <a:xfrm>
            <a:off x="9491584" y="1911788"/>
            <a:ext cx="2117798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n>
                  <a:solidFill>
                    <a:schemeClr val="tx1"/>
                  </a:solidFill>
                </a:ln>
              </a:rPr>
              <a:t>X</a:t>
            </a:r>
            <a:r>
              <a:rPr lang="en-US" b="1" dirty="0">
                <a:ln>
                  <a:solidFill>
                    <a:schemeClr val="tx1"/>
                  </a:solidFill>
                </a:ln>
              </a:rPr>
              <a:t>S</a:t>
            </a:r>
            <a:r>
              <a:rPr lang="en-US" sz="2800" b="1" dirty="0">
                <a:ln>
                  <a:solidFill>
                    <a:schemeClr val="tx1"/>
                  </a:solidFill>
                </a:ln>
              </a:rPr>
              <a:t>  &lt;  Y</a:t>
            </a:r>
            <a:r>
              <a:rPr lang="en-US" b="1" dirty="0">
                <a:ln>
                  <a:solidFill>
                    <a:schemeClr val="tx1"/>
                  </a:solidFill>
                </a:ln>
              </a:rPr>
              <a:t>S</a:t>
            </a:r>
            <a:endParaRPr lang="el-GR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812434-5C8A-0013-96F2-05F993A9C0B3}"/>
              </a:ext>
            </a:extLst>
          </p:cNvPr>
          <p:cNvSpPr txBox="1"/>
          <p:nvPr/>
        </p:nvSpPr>
        <p:spPr>
          <a:xfrm>
            <a:off x="5756564" y="1683327"/>
            <a:ext cx="1558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REPEAT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TRIAL</a:t>
            </a:r>
            <a:endParaRPr lang="el-GR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61CE27-5898-7E5F-9AD6-926075A623A3}"/>
              </a:ext>
            </a:extLst>
          </p:cNvPr>
          <p:cNvSpPr txBox="1"/>
          <p:nvPr/>
        </p:nvSpPr>
        <p:spPr>
          <a:xfrm>
            <a:off x="9328934" y="5168639"/>
            <a:ext cx="1558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SWITCH TRIAL</a:t>
            </a:r>
            <a:endParaRPr lang="el-GR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941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7EEC71-D57D-5197-85ED-08A33392F1F7}"/>
              </a:ext>
            </a:extLst>
          </p:cNvPr>
          <p:cNvSpPr/>
          <p:nvPr/>
        </p:nvSpPr>
        <p:spPr>
          <a:xfrm>
            <a:off x="296643" y="345986"/>
            <a:ext cx="2576945" cy="16833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CEFA88-C9CE-511B-5792-1C6400F5E9A8}"/>
              </a:ext>
            </a:extLst>
          </p:cNvPr>
          <p:cNvSpPr/>
          <p:nvPr/>
        </p:nvSpPr>
        <p:spPr>
          <a:xfrm>
            <a:off x="1504450" y="1470570"/>
            <a:ext cx="2576945" cy="16833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ED7269-642F-09DB-C2F9-724D5E65D101}"/>
              </a:ext>
            </a:extLst>
          </p:cNvPr>
          <p:cNvSpPr/>
          <p:nvPr/>
        </p:nvSpPr>
        <p:spPr>
          <a:xfrm>
            <a:off x="2792922" y="2691500"/>
            <a:ext cx="2576945" cy="16833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12" name="Picture 11" descr="A picture containing diagram&#10;&#10;Description automatically generated">
            <a:extLst>
              <a:ext uri="{FF2B5EF4-FFF2-40B4-BE49-F238E27FC236}">
                <a16:creationId xmlns:a16="http://schemas.microsoft.com/office/drawing/2014/main" id="{001EF405-8FE5-D734-F9C8-40CB08A65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59" y="644912"/>
            <a:ext cx="856982" cy="843131"/>
          </a:xfrm>
          <a:prstGeom prst="rect">
            <a:avLst/>
          </a:prstGeom>
        </p:spPr>
      </p:pic>
      <p:pic>
        <p:nvPicPr>
          <p:cNvPr id="13" name="Picture 12" descr="A picture containing diagram&#10;&#10;Description automatically generated">
            <a:extLst>
              <a:ext uri="{FF2B5EF4-FFF2-40B4-BE49-F238E27FC236}">
                <a16:creationId xmlns:a16="http://schemas.microsoft.com/office/drawing/2014/main" id="{36C60116-C18A-81BA-1938-9785B0223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431" y="1838237"/>
            <a:ext cx="856982" cy="84313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DD00820-A572-81C1-50DC-65E93603299D}"/>
              </a:ext>
            </a:extLst>
          </p:cNvPr>
          <p:cNvSpPr txBox="1"/>
          <p:nvPr/>
        </p:nvSpPr>
        <p:spPr>
          <a:xfrm>
            <a:off x="3221413" y="266424"/>
            <a:ext cx="17456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TYPE</a:t>
            </a:r>
            <a:endParaRPr lang="el-GR" sz="2200" b="1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776579-3224-EBFD-D9B8-B3530379A52B}"/>
              </a:ext>
            </a:extLst>
          </p:cNvPr>
          <p:cNvSpPr txBox="1"/>
          <p:nvPr/>
        </p:nvSpPr>
        <p:spPr>
          <a:xfrm>
            <a:off x="4509886" y="1488043"/>
            <a:ext cx="38770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TYPE</a:t>
            </a:r>
            <a:r>
              <a:rPr lang="en-US" sz="2200" b="1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 </a:t>
            </a:r>
          </a:p>
          <a:p>
            <a:r>
              <a:rPr lang="en-US" sz="2200" b="1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X</a:t>
            </a:r>
            <a:r>
              <a:rPr lang="en-US" sz="1400" b="1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T </a:t>
            </a:r>
            <a:r>
              <a:rPr lang="en-US" sz="1400" b="1" dirty="0" err="1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ms</a:t>
            </a:r>
            <a:endParaRPr lang="el-GR" sz="2200" b="1" dirty="0">
              <a:ln>
                <a:solidFill>
                  <a:srgbClr val="0070C0"/>
                </a:solidFill>
              </a:ln>
              <a:solidFill>
                <a:srgbClr val="0070C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6B38FC-3AC7-3239-08F0-E1E3E4A7507F}"/>
              </a:ext>
            </a:extLst>
          </p:cNvPr>
          <p:cNvSpPr/>
          <p:nvPr/>
        </p:nvSpPr>
        <p:spPr>
          <a:xfrm>
            <a:off x="3981952" y="3780248"/>
            <a:ext cx="2576945" cy="16833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FDEFD5-7069-6747-BF40-FFC1623BD7E4}"/>
              </a:ext>
            </a:extLst>
          </p:cNvPr>
          <p:cNvSpPr/>
          <p:nvPr/>
        </p:nvSpPr>
        <p:spPr>
          <a:xfrm>
            <a:off x="5189759" y="4904832"/>
            <a:ext cx="2576945" cy="16833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20" name="Picture 19" descr="A picture containing diagram&#10;&#10;Description automatically generated">
            <a:extLst>
              <a:ext uri="{FF2B5EF4-FFF2-40B4-BE49-F238E27FC236}">
                <a16:creationId xmlns:a16="http://schemas.microsoft.com/office/drawing/2014/main" id="{3D412779-4AED-AC18-935A-7F728A562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1268" y="4079174"/>
            <a:ext cx="856982" cy="843131"/>
          </a:xfrm>
          <a:prstGeom prst="rect">
            <a:avLst/>
          </a:prstGeom>
        </p:spPr>
      </p:pic>
      <p:pic>
        <p:nvPicPr>
          <p:cNvPr id="21" name="Picture 20" descr="A picture containing diagram&#10;&#10;Description automatically generated">
            <a:extLst>
              <a:ext uri="{FF2B5EF4-FFF2-40B4-BE49-F238E27FC236}">
                <a16:creationId xmlns:a16="http://schemas.microsoft.com/office/drawing/2014/main" id="{42DC0A18-ADA7-B28A-681F-30333355D1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9740" y="5272499"/>
            <a:ext cx="856982" cy="84313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081D94B-4F00-3265-DD75-7F7041E1DC8A}"/>
              </a:ext>
            </a:extLst>
          </p:cNvPr>
          <p:cNvSpPr txBox="1"/>
          <p:nvPr/>
        </p:nvSpPr>
        <p:spPr>
          <a:xfrm>
            <a:off x="6906722" y="3780248"/>
            <a:ext cx="17456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</a:rPr>
              <a:t>SPEAK</a:t>
            </a:r>
            <a:endParaRPr lang="el-GR" sz="2200" b="1" dirty="0">
              <a:ln>
                <a:solidFill>
                  <a:srgbClr val="0070C0"/>
                </a:solidFill>
              </a:ln>
              <a:solidFill>
                <a:srgbClr val="0070C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96C518-602E-24D4-ABEF-DE5B8B22B467}"/>
              </a:ext>
            </a:extLst>
          </p:cNvPr>
          <p:cNvSpPr txBox="1"/>
          <p:nvPr/>
        </p:nvSpPr>
        <p:spPr>
          <a:xfrm>
            <a:off x="8169720" y="4904832"/>
            <a:ext cx="38770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TYPE</a:t>
            </a:r>
            <a:r>
              <a:rPr lang="en-US" sz="2200" b="1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</a:p>
          <a:p>
            <a:r>
              <a:rPr lang="en-US" sz="2200" b="1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Y</a:t>
            </a:r>
            <a:r>
              <a:rPr lang="en-US" sz="1400" b="1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T</a:t>
            </a:r>
            <a:r>
              <a:rPr lang="en-US" sz="2200" b="1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 </a:t>
            </a:r>
            <a:r>
              <a:rPr lang="en-US" sz="1400" b="1" dirty="0" err="1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ms</a:t>
            </a:r>
            <a:endParaRPr lang="el-GR" sz="1400" b="1" dirty="0">
              <a:ln>
                <a:solidFill>
                  <a:srgbClr val="0070C0"/>
                </a:solidFill>
              </a:ln>
              <a:solidFill>
                <a:srgbClr val="0070C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AA58BED-B10A-1364-976F-1BCE9945A080}"/>
              </a:ext>
            </a:extLst>
          </p:cNvPr>
          <p:cNvCxnSpPr/>
          <p:nvPr/>
        </p:nvCxnSpPr>
        <p:spPr>
          <a:xfrm>
            <a:off x="174286" y="2669322"/>
            <a:ext cx="3948800" cy="3948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EDF1201-845B-9A5D-055C-AD7BAC5CA3A6}"/>
              </a:ext>
            </a:extLst>
          </p:cNvPr>
          <p:cNvSpPr txBox="1"/>
          <p:nvPr/>
        </p:nvSpPr>
        <p:spPr>
          <a:xfrm>
            <a:off x="875800" y="4774811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TIME (</a:t>
            </a:r>
            <a:r>
              <a:rPr lang="en-US" b="1" dirty="0" err="1"/>
              <a:t>ms</a:t>
            </a:r>
            <a:r>
              <a:rPr lang="en-US" b="1" dirty="0"/>
              <a:t>)</a:t>
            </a:r>
            <a:endParaRPr lang="el-GR" b="1" dirty="0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26440E84-6B2A-9FAB-2661-615A9A1EACDB}"/>
              </a:ext>
            </a:extLst>
          </p:cNvPr>
          <p:cNvSpPr/>
          <p:nvPr/>
        </p:nvSpPr>
        <p:spPr>
          <a:xfrm rot="19054980">
            <a:off x="8673109" y="1192463"/>
            <a:ext cx="704047" cy="3922868"/>
          </a:xfrm>
          <a:prstGeom prst="rightBrace">
            <a:avLst>
              <a:gd name="adj1" fmla="val 17010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6362EB-52DE-0A3C-0E97-98D77AA50C45}"/>
              </a:ext>
            </a:extLst>
          </p:cNvPr>
          <p:cNvSpPr txBox="1"/>
          <p:nvPr/>
        </p:nvSpPr>
        <p:spPr>
          <a:xfrm>
            <a:off x="9491584" y="2659785"/>
            <a:ext cx="2117798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l-GR" sz="2800" b="1" dirty="0">
                <a:ln>
                  <a:solidFill>
                    <a:schemeClr val="tx1"/>
                  </a:solidFill>
                </a:ln>
              </a:rPr>
              <a:t>Δ</a:t>
            </a:r>
            <a:r>
              <a:rPr lang="en-US" b="1">
                <a:ln>
                  <a:solidFill>
                    <a:schemeClr val="tx1"/>
                  </a:solidFill>
                </a:ln>
              </a:rPr>
              <a:t>T</a:t>
            </a:r>
            <a:r>
              <a:rPr lang="en-US" sz="2800" b="1">
                <a:ln>
                  <a:solidFill>
                    <a:schemeClr val="tx1"/>
                  </a:solidFill>
                </a:ln>
              </a:rPr>
              <a:t> </a:t>
            </a:r>
            <a:r>
              <a:rPr lang="en-US" sz="2800" b="1" dirty="0">
                <a:ln>
                  <a:solidFill>
                    <a:schemeClr val="tx1"/>
                  </a:solidFill>
                </a:ln>
              </a:rPr>
              <a:t>= Y</a:t>
            </a:r>
            <a:r>
              <a:rPr lang="en-US" b="1" dirty="0">
                <a:ln>
                  <a:solidFill>
                    <a:schemeClr val="tx1"/>
                  </a:solidFill>
                </a:ln>
              </a:rPr>
              <a:t>T</a:t>
            </a:r>
            <a:r>
              <a:rPr lang="en-US" sz="2800" b="1" dirty="0">
                <a:ln>
                  <a:solidFill>
                    <a:schemeClr val="tx1"/>
                  </a:solidFill>
                </a:ln>
              </a:rPr>
              <a:t>  -  X</a:t>
            </a:r>
            <a:r>
              <a:rPr lang="en-US" b="1" dirty="0">
                <a:ln>
                  <a:solidFill>
                    <a:schemeClr val="tx1"/>
                  </a:solidFill>
                </a:ln>
              </a:rPr>
              <a:t>T</a:t>
            </a:r>
            <a:endParaRPr lang="el-GR" dirty="0">
              <a:ln>
                <a:solidFill>
                  <a:schemeClr val="tx1"/>
                </a:solidFill>
              </a:ln>
            </a:endParaRPr>
          </a:p>
        </p:txBody>
      </p:sp>
      <p:pic>
        <p:nvPicPr>
          <p:cNvPr id="11" name="Picture 10" descr="A picture containing logo&#10;&#10;Description automatically generated">
            <a:extLst>
              <a:ext uri="{FF2B5EF4-FFF2-40B4-BE49-F238E27FC236}">
                <a16:creationId xmlns:a16="http://schemas.microsoft.com/office/drawing/2014/main" id="{8ED8245B-EE07-7A0E-53A1-507633846A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4081" y="2987231"/>
            <a:ext cx="938010" cy="9380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A11415-47FE-8AE6-AC92-98691B9CDA89}"/>
              </a:ext>
            </a:extLst>
          </p:cNvPr>
          <p:cNvSpPr txBox="1"/>
          <p:nvPr/>
        </p:nvSpPr>
        <p:spPr>
          <a:xfrm>
            <a:off x="5667725" y="2646737"/>
            <a:ext cx="17456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TYPE</a:t>
            </a:r>
            <a:endParaRPr lang="el-GR" sz="2200" b="1" dirty="0">
              <a:ln>
                <a:solidFill>
                  <a:srgbClr val="0070C0"/>
                </a:solidFill>
              </a:ln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F2CFDE-A09B-4B6C-931E-D619E292F2A0}"/>
              </a:ext>
            </a:extLst>
          </p:cNvPr>
          <p:cNvSpPr txBox="1"/>
          <p:nvPr/>
        </p:nvSpPr>
        <p:spPr>
          <a:xfrm>
            <a:off x="9491584" y="1911788"/>
            <a:ext cx="2117798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n>
                  <a:solidFill>
                    <a:schemeClr val="tx1"/>
                  </a:solidFill>
                </a:ln>
              </a:rPr>
              <a:t>X</a:t>
            </a:r>
            <a:r>
              <a:rPr lang="en-US" b="1" dirty="0">
                <a:ln>
                  <a:solidFill>
                    <a:schemeClr val="tx1"/>
                  </a:solidFill>
                </a:ln>
              </a:rPr>
              <a:t>T</a:t>
            </a:r>
            <a:r>
              <a:rPr lang="en-US" sz="2800" b="1" dirty="0">
                <a:ln>
                  <a:solidFill>
                    <a:schemeClr val="tx1"/>
                  </a:solidFill>
                </a:ln>
              </a:rPr>
              <a:t>  &lt;  Y</a:t>
            </a:r>
            <a:r>
              <a:rPr lang="en-US" b="1" dirty="0">
                <a:ln>
                  <a:solidFill>
                    <a:schemeClr val="tx1"/>
                  </a:solidFill>
                </a:ln>
              </a:rPr>
              <a:t>T</a:t>
            </a:r>
            <a:endParaRPr lang="el-GR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812434-5C8A-0013-96F2-05F993A9C0B3}"/>
              </a:ext>
            </a:extLst>
          </p:cNvPr>
          <p:cNvSpPr txBox="1"/>
          <p:nvPr/>
        </p:nvSpPr>
        <p:spPr>
          <a:xfrm>
            <a:off x="5756564" y="1683327"/>
            <a:ext cx="1558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REPEAT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TRIAL</a:t>
            </a:r>
            <a:endParaRPr lang="el-GR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61CE27-5898-7E5F-9AD6-926075A623A3}"/>
              </a:ext>
            </a:extLst>
          </p:cNvPr>
          <p:cNvSpPr txBox="1"/>
          <p:nvPr/>
        </p:nvSpPr>
        <p:spPr>
          <a:xfrm>
            <a:off x="9328934" y="5168639"/>
            <a:ext cx="1558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SWITCH TRIAL</a:t>
            </a:r>
            <a:endParaRPr lang="el-GR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67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7EEC71-D57D-5197-85ED-08A33392F1F7}"/>
              </a:ext>
            </a:extLst>
          </p:cNvPr>
          <p:cNvSpPr/>
          <p:nvPr/>
        </p:nvSpPr>
        <p:spPr>
          <a:xfrm>
            <a:off x="296643" y="345986"/>
            <a:ext cx="2576945" cy="16833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CEFA88-C9CE-511B-5792-1C6400F5E9A8}"/>
              </a:ext>
            </a:extLst>
          </p:cNvPr>
          <p:cNvSpPr/>
          <p:nvPr/>
        </p:nvSpPr>
        <p:spPr>
          <a:xfrm>
            <a:off x="1504450" y="1470570"/>
            <a:ext cx="2576945" cy="16833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ED7269-642F-09DB-C2F9-724D5E65D101}"/>
              </a:ext>
            </a:extLst>
          </p:cNvPr>
          <p:cNvSpPr/>
          <p:nvPr/>
        </p:nvSpPr>
        <p:spPr>
          <a:xfrm>
            <a:off x="2792922" y="2691500"/>
            <a:ext cx="2576945" cy="16833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12" name="Picture 11" descr="A picture containing diagram&#10;&#10;Description automatically generated">
            <a:extLst>
              <a:ext uri="{FF2B5EF4-FFF2-40B4-BE49-F238E27FC236}">
                <a16:creationId xmlns:a16="http://schemas.microsoft.com/office/drawing/2014/main" id="{001EF405-8FE5-D734-F9C8-40CB08A65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59" y="644912"/>
            <a:ext cx="856982" cy="843131"/>
          </a:xfrm>
          <a:prstGeom prst="rect">
            <a:avLst/>
          </a:prstGeom>
        </p:spPr>
      </p:pic>
      <p:pic>
        <p:nvPicPr>
          <p:cNvPr id="13" name="Picture 12" descr="A picture containing diagram&#10;&#10;Description automatically generated">
            <a:extLst>
              <a:ext uri="{FF2B5EF4-FFF2-40B4-BE49-F238E27FC236}">
                <a16:creationId xmlns:a16="http://schemas.microsoft.com/office/drawing/2014/main" id="{36C60116-C18A-81BA-1938-9785B0223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431" y="1838237"/>
            <a:ext cx="856982" cy="84313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DD00820-A572-81C1-50DC-65E93603299D}"/>
              </a:ext>
            </a:extLst>
          </p:cNvPr>
          <p:cNvSpPr txBox="1"/>
          <p:nvPr/>
        </p:nvSpPr>
        <p:spPr>
          <a:xfrm>
            <a:off x="3221413" y="266424"/>
            <a:ext cx="17456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TYPE</a:t>
            </a:r>
            <a:endParaRPr lang="el-GR" sz="2200" b="1" dirty="0">
              <a:ln>
                <a:solidFill>
                  <a:srgbClr val="0070C0"/>
                </a:solidFill>
              </a:ln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776579-3224-EBFD-D9B8-B3530379A52B}"/>
              </a:ext>
            </a:extLst>
          </p:cNvPr>
          <p:cNvSpPr txBox="1"/>
          <p:nvPr/>
        </p:nvSpPr>
        <p:spPr>
          <a:xfrm>
            <a:off x="4509886" y="1488043"/>
            <a:ext cx="38770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REPEAT TYPE </a:t>
            </a:r>
          </a:p>
          <a:p>
            <a:r>
              <a:rPr lang="en-US" sz="2200" b="1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X</a:t>
            </a:r>
            <a:r>
              <a:rPr lang="en-US" sz="1400" b="1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T</a:t>
            </a:r>
            <a:r>
              <a:rPr lang="en-US" sz="2200" b="1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ms</a:t>
            </a:r>
            <a:endParaRPr lang="el-GR" sz="1400" b="1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6B38FC-3AC7-3239-08F0-E1E3E4A7507F}"/>
              </a:ext>
            </a:extLst>
          </p:cNvPr>
          <p:cNvSpPr/>
          <p:nvPr/>
        </p:nvSpPr>
        <p:spPr>
          <a:xfrm>
            <a:off x="3981952" y="3780248"/>
            <a:ext cx="2576945" cy="16833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FDEFD5-7069-6747-BF40-FFC1623BD7E4}"/>
              </a:ext>
            </a:extLst>
          </p:cNvPr>
          <p:cNvSpPr/>
          <p:nvPr/>
        </p:nvSpPr>
        <p:spPr>
          <a:xfrm>
            <a:off x="5189759" y="4904832"/>
            <a:ext cx="2576945" cy="16833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20" name="Picture 19" descr="A picture containing diagram&#10;&#10;Description automatically generated">
            <a:extLst>
              <a:ext uri="{FF2B5EF4-FFF2-40B4-BE49-F238E27FC236}">
                <a16:creationId xmlns:a16="http://schemas.microsoft.com/office/drawing/2014/main" id="{3D412779-4AED-AC18-935A-7F728A562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1268" y="4079174"/>
            <a:ext cx="856982" cy="843131"/>
          </a:xfrm>
          <a:prstGeom prst="rect">
            <a:avLst/>
          </a:prstGeom>
        </p:spPr>
      </p:pic>
      <p:pic>
        <p:nvPicPr>
          <p:cNvPr id="21" name="Picture 20" descr="A picture containing diagram&#10;&#10;Description automatically generated">
            <a:extLst>
              <a:ext uri="{FF2B5EF4-FFF2-40B4-BE49-F238E27FC236}">
                <a16:creationId xmlns:a16="http://schemas.microsoft.com/office/drawing/2014/main" id="{42DC0A18-ADA7-B28A-681F-30333355D1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9740" y="5272499"/>
            <a:ext cx="856982" cy="84313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081D94B-4F00-3265-DD75-7F7041E1DC8A}"/>
              </a:ext>
            </a:extLst>
          </p:cNvPr>
          <p:cNvSpPr txBox="1"/>
          <p:nvPr/>
        </p:nvSpPr>
        <p:spPr>
          <a:xfrm>
            <a:off x="6906722" y="3780248"/>
            <a:ext cx="17456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</a:rPr>
              <a:t>SPEAK</a:t>
            </a:r>
            <a:endParaRPr lang="el-GR" sz="2200" b="1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96C518-602E-24D4-ABEF-DE5B8B22B467}"/>
              </a:ext>
            </a:extLst>
          </p:cNvPr>
          <p:cNvSpPr txBox="1"/>
          <p:nvPr/>
        </p:nvSpPr>
        <p:spPr>
          <a:xfrm>
            <a:off x="8169720" y="4904832"/>
            <a:ext cx="38770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SWITCH TO TYPE </a:t>
            </a:r>
          </a:p>
          <a:p>
            <a:r>
              <a:rPr lang="en-US" sz="2200" b="1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Y</a:t>
            </a:r>
            <a:r>
              <a:rPr lang="en-US" sz="1400" b="1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</a:t>
            </a:r>
            <a:r>
              <a:rPr lang="en-US" sz="2200" b="1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en-US" sz="1400" b="1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ms</a:t>
            </a:r>
            <a:endParaRPr lang="el-GR" sz="1400" b="1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CBD1C7C-FAFD-C1AA-ACF7-C9046BA68BBE}"/>
              </a:ext>
            </a:extLst>
          </p:cNvPr>
          <p:cNvCxnSpPr/>
          <p:nvPr/>
        </p:nvCxnSpPr>
        <p:spPr>
          <a:xfrm>
            <a:off x="174286" y="2669322"/>
            <a:ext cx="3948800" cy="3948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3C7C6F-B869-7984-79CD-E036B1BB5D0F}"/>
              </a:ext>
            </a:extLst>
          </p:cNvPr>
          <p:cNvSpPr txBox="1"/>
          <p:nvPr/>
        </p:nvSpPr>
        <p:spPr>
          <a:xfrm>
            <a:off x="875800" y="4774811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TIME (</a:t>
            </a:r>
            <a:r>
              <a:rPr lang="en-US" b="1" dirty="0" err="1"/>
              <a:t>ms</a:t>
            </a:r>
            <a:r>
              <a:rPr lang="en-US" b="1" dirty="0"/>
              <a:t>)</a:t>
            </a:r>
            <a:endParaRPr lang="el-GR" b="1" dirty="0"/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0FB1204A-35E7-008F-6930-CA609D244A8D}"/>
              </a:ext>
            </a:extLst>
          </p:cNvPr>
          <p:cNvSpPr/>
          <p:nvPr/>
        </p:nvSpPr>
        <p:spPr>
          <a:xfrm rot="18625647">
            <a:off x="8438199" y="383776"/>
            <a:ext cx="704047" cy="518601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27626C-637E-D7EF-A15C-6697A96FFF08}"/>
              </a:ext>
            </a:extLst>
          </p:cNvPr>
          <p:cNvSpPr txBox="1"/>
          <p:nvPr/>
        </p:nvSpPr>
        <p:spPr>
          <a:xfrm>
            <a:off x="9270639" y="2225869"/>
            <a:ext cx="2117798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l-GR" sz="2800" b="1" dirty="0">
                <a:ln>
                  <a:solidFill>
                    <a:schemeClr val="tx1"/>
                  </a:solidFill>
                </a:ln>
              </a:rPr>
              <a:t>Δ</a:t>
            </a:r>
            <a:r>
              <a:rPr lang="en-US" b="1" dirty="0">
                <a:ln>
                  <a:solidFill>
                    <a:schemeClr val="tx1"/>
                  </a:solidFill>
                </a:ln>
              </a:rPr>
              <a:t>T</a:t>
            </a:r>
            <a:r>
              <a:rPr lang="en-US" sz="2800" b="1" dirty="0">
                <a:ln>
                  <a:solidFill>
                    <a:schemeClr val="tx1"/>
                  </a:solidFill>
                </a:ln>
              </a:rPr>
              <a:t> = X</a:t>
            </a:r>
            <a:r>
              <a:rPr lang="en-US" b="1" dirty="0">
                <a:ln>
                  <a:solidFill>
                    <a:schemeClr val="tx1"/>
                  </a:solidFill>
                </a:ln>
              </a:rPr>
              <a:t>T</a:t>
            </a:r>
            <a:r>
              <a:rPr lang="en-US" sz="2800" b="1" dirty="0">
                <a:ln>
                  <a:solidFill>
                    <a:schemeClr val="tx1"/>
                  </a:solidFill>
                </a:ln>
              </a:rPr>
              <a:t>  &lt;  Y</a:t>
            </a:r>
            <a:r>
              <a:rPr lang="en-US" b="1" dirty="0">
                <a:ln>
                  <a:solidFill>
                    <a:schemeClr val="tx1"/>
                  </a:solidFill>
                </a:ln>
              </a:rPr>
              <a:t>T</a:t>
            </a:r>
            <a:endParaRPr lang="el-GR" dirty="0">
              <a:ln>
                <a:solidFill>
                  <a:schemeClr val="tx1"/>
                </a:solidFill>
              </a:ln>
            </a:endParaRPr>
          </a:p>
        </p:txBody>
      </p:sp>
      <p:pic>
        <p:nvPicPr>
          <p:cNvPr id="4" name="Picture 3" descr="A picture containing logo&#10;&#10;Description automatically generated">
            <a:extLst>
              <a:ext uri="{FF2B5EF4-FFF2-40B4-BE49-F238E27FC236}">
                <a16:creationId xmlns:a16="http://schemas.microsoft.com/office/drawing/2014/main" id="{F60D65DF-586F-2C6D-41A6-79AACFA990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4081" y="2987231"/>
            <a:ext cx="938010" cy="93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872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3786</TotalTime>
  <Words>76</Words>
  <Application>Microsoft Office PowerPoint</Application>
  <PresentationFormat>Widescreen</PresentationFormat>
  <Paragraphs>35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Katerina Tsaroucha</dc:creator>
  <cp:lastModifiedBy>Katerina Tsaroucha</cp:lastModifiedBy>
  <cp:revision>49</cp:revision>
  <dcterms:created xsi:type="dcterms:W3CDTF">2023-02-21T11:13:25Z</dcterms:created>
  <dcterms:modified xsi:type="dcterms:W3CDTF">2023-04-19T16:36:36Z</dcterms:modified>
</cp:coreProperties>
</file>